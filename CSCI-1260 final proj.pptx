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lton, Samuel C" userId="72328f6d-5313-4026-9649-5cb1a4f47f1f" providerId="ADAL" clId="{9D4A8ECA-43AC-4308-B6C5-A314DFC117F9}"/>
    <pc:docChg chg="undo custSel addSld modSld">
      <pc:chgData name="Shelton, Samuel C" userId="72328f6d-5313-4026-9649-5cb1a4f47f1f" providerId="ADAL" clId="{9D4A8ECA-43AC-4308-B6C5-A314DFC117F9}" dt="2026-04-28T15:01:41.614" v="3984" actId="20577"/>
      <pc:docMkLst>
        <pc:docMk/>
      </pc:docMkLst>
      <pc:sldChg chg="modSp mod">
        <pc:chgData name="Shelton, Samuel C" userId="72328f6d-5313-4026-9649-5cb1a4f47f1f" providerId="ADAL" clId="{9D4A8ECA-43AC-4308-B6C5-A314DFC117F9}" dt="2026-04-28T14:52:43.447" v="3776" actId="20577"/>
        <pc:sldMkLst>
          <pc:docMk/>
          <pc:sldMk cId="3359541208" sldId="256"/>
        </pc:sldMkLst>
        <pc:spChg chg="mod">
          <ac:chgData name="Shelton, Samuel C" userId="72328f6d-5313-4026-9649-5cb1a4f47f1f" providerId="ADAL" clId="{9D4A8ECA-43AC-4308-B6C5-A314DFC117F9}" dt="2026-04-28T14:52:43.447" v="3776" actId="20577"/>
          <ac:spMkLst>
            <pc:docMk/>
            <pc:sldMk cId="3359541208" sldId="256"/>
            <ac:spMk id="3" creationId="{E4BA88DF-7DC9-B718-0532-2975EFE86F1E}"/>
          </ac:spMkLst>
        </pc:spChg>
      </pc:sldChg>
      <pc:sldChg chg="modSp mod">
        <pc:chgData name="Shelton, Samuel C" userId="72328f6d-5313-4026-9649-5cb1a4f47f1f" providerId="ADAL" clId="{9D4A8ECA-43AC-4308-B6C5-A314DFC117F9}" dt="2026-04-28T15:01:41.614" v="3984" actId="20577"/>
        <pc:sldMkLst>
          <pc:docMk/>
          <pc:sldMk cId="598809529" sldId="257"/>
        </pc:sldMkLst>
        <pc:spChg chg="mod">
          <ac:chgData name="Shelton, Samuel C" userId="72328f6d-5313-4026-9649-5cb1a4f47f1f" providerId="ADAL" clId="{9D4A8ECA-43AC-4308-B6C5-A314DFC117F9}" dt="2026-04-28T15:01:41.614" v="3984" actId="20577"/>
          <ac:spMkLst>
            <pc:docMk/>
            <pc:sldMk cId="598809529" sldId="257"/>
            <ac:spMk id="3" creationId="{258A6709-2526-B365-5796-14F3AA4CFB8D}"/>
          </ac:spMkLst>
        </pc:spChg>
      </pc:sldChg>
      <pc:sldChg chg="modSp mod">
        <pc:chgData name="Shelton, Samuel C" userId="72328f6d-5313-4026-9649-5cb1a4f47f1f" providerId="ADAL" clId="{9D4A8ECA-43AC-4308-B6C5-A314DFC117F9}" dt="2026-04-28T14:53:47.623" v="3848" actId="20577"/>
        <pc:sldMkLst>
          <pc:docMk/>
          <pc:sldMk cId="2192484292" sldId="258"/>
        </pc:sldMkLst>
        <pc:spChg chg="mod">
          <ac:chgData name="Shelton, Samuel C" userId="72328f6d-5313-4026-9649-5cb1a4f47f1f" providerId="ADAL" clId="{9D4A8ECA-43AC-4308-B6C5-A314DFC117F9}" dt="2026-04-28T14:53:47.623" v="3848" actId="20577"/>
          <ac:spMkLst>
            <pc:docMk/>
            <pc:sldMk cId="2192484292" sldId="258"/>
            <ac:spMk id="3" creationId="{CC31D17F-FB23-AEDB-4487-4CF501229F5E}"/>
          </ac:spMkLst>
        </pc:spChg>
      </pc:sldChg>
      <pc:sldChg chg="modSp mod">
        <pc:chgData name="Shelton, Samuel C" userId="72328f6d-5313-4026-9649-5cb1a4f47f1f" providerId="ADAL" clId="{9D4A8ECA-43AC-4308-B6C5-A314DFC117F9}" dt="2026-04-28T14:54:43.838" v="3896" actId="1076"/>
        <pc:sldMkLst>
          <pc:docMk/>
          <pc:sldMk cId="3392690556" sldId="259"/>
        </pc:sldMkLst>
        <pc:spChg chg="mod">
          <ac:chgData name="Shelton, Samuel C" userId="72328f6d-5313-4026-9649-5cb1a4f47f1f" providerId="ADAL" clId="{9D4A8ECA-43AC-4308-B6C5-A314DFC117F9}" dt="2026-04-28T14:54:28.905" v="3894" actId="20577"/>
          <ac:spMkLst>
            <pc:docMk/>
            <pc:sldMk cId="3392690556" sldId="259"/>
            <ac:spMk id="3" creationId="{D5615007-5892-0AE7-C970-31D99BD09F51}"/>
          </ac:spMkLst>
        </pc:spChg>
        <pc:picChg chg="mod">
          <ac:chgData name="Shelton, Samuel C" userId="72328f6d-5313-4026-9649-5cb1a4f47f1f" providerId="ADAL" clId="{9D4A8ECA-43AC-4308-B6C5-A314DFC117F9}" dt="2026-04-28T14:54:43.838" v="3896" actId="1076"/>
          <ac:picMkLst>
            <pc:docMk/>
            <pc:sldMk cId="3392690556" sldId="259"/>
            <ac:picMk id="6" creationId="{A747A542-8092-5AC6-1F93-D1C87CD83A92}"/>
          </ac:picMkLst>
        </pc:picChg>
      </pc:sldChg>
      <pc:sldChg chg="modSp mod">
        <pc:chgData name="Shelton, Samuel C" userId="72328f6d-5313-4026-9649-5cb1a4f47f1f" providerId="ADAL" clId="{9D4A8ECA-43AC-4308-B6C5-A314DFC117F9}" dt="2026-04-28T14:55:02.520" v="3897" actId="20577"/>
        <pc:sldMkLst>
          <pc:docMk/>
          <pc:sldMk cId="1614669465" sldId="260"/>
        </pc:sldMkLst>
        <pc:spChg chg="mod">
          <ac:chgData name="Shelton, Samuel C" userId="72328f6d-5313-4026-9649-5cb1a4f47f1f" providerId="ADAL" clId="{9D4A8ECA-43AC-4308-B6C5-A314DFC117F9}" dt="2026-04-28T14:55:02.520" v="3897" actId="20577"/>
          <ac:spMkLst>
            <pc:docMk/>
            <pc:sldMk cId="1614669465" sldId="260"/>
            <ac:spMk id="3" creationId="{90593B16-8254-ECD3-B424-E482A6B10EEB}"/>
          </ac:spMkLst>
        </pc:spChg>
      </pc:sldChg>
      <pc:sldChg chg="modSp mod">
        <pc:chgData name="Shelton, Samuel C" userId="72328f6d-5313-4026-9649-5cb1a4f47f1f" providerId="ADAL" clId="{9D4A8ECA-43AC-4308-B6C5-A314DFC117F9}" dt="2026-04-28T14:56:18.210" v="3946" actId="1076"/>
        <pc:sldMkLst>
          <pc:docMk/>
          <pc:sldMk cId="2615514295" sldId="262"/>
        </pc:sldMkLst>
        <pc:spChg chg="mod">
          <ac:chgData name="Shelton, Samuel C" userId="72328f6d-5313-4026-9649-5cb1a4f47f1f" providerId="ADAL" clId="{9D4A8ECA-43AC-4308-B6C5-A314DFC117F9}" dt="2026-04-28T14:56:09.553" v="3945" actId="20577"/>
          <ac:spMkLst>
            <pc:docMk/>
            <pc:sldMk cId="2615514295" sldId="262"/>
            <ac:spMk id="4" creationId="{F6AB452B-5873-02E3-ADE9-D10DA2E6E261}"/>
          </ac:spMkLst>
        </pc:spChg>
        <pc:picChg chg="mod">
          <ac:chgData name="Shelton, Samuel C" userId="72328f6d-5313-4026-9649-5cb1a4f47f1f" providerId="ADAL" clId="{9D4A8ECA-43AC-4308-B6C5-A314DFC117F9}" dt="2026-04-28T14:56:18.210" v="3946" actId="1076"/>
          <ac:picMkLst>
            <pc:docMk/>
            <pc:sldMk cId="2615514295" sldId="262"/>
            <ac:picMk id="6" creationId="{737966F8-0017-D572-AEAF-387D8AEC3D16}"/>
          </ac:picMkLst>
        </pc:picChg>
      </pc:sldChg>
      <pc:sldChg chg="modSp mod">
        <pc:chgData name="Shelton, Samuel C" userId="72328f6d-5313-4026-9649-5cb1a4f47f1f" providerId="ADAL" clId="{9D4A8ECA-43AC-4308-B6C5-A314DFC117F9}" dt="2026-04-28T14:56:44.914" v="3983" actId="20577"/>
        <pc:sldMkLst>
          <pc:docMk/>
          <pc:sldMk cId="3321300945" sldId="263"/>
        </pc:sldMkLst>
        <pc:spChg chg="mod">
          <ac:chgData name="Shelton, Samuel C" userId="72328f6d-5313-4026-9649-5cb1a4f47f1f" providerId="ADAL" clId="{9D4A8ECA-43AC-4308-B6C5-A314DFC117F9}" dt="2026-04-28T14:56:44.914" v="3983" actId="20577"/>
          <ac:spMkLst>
            <pc:docMk/>
            <pc:sldMk cId="3321300945" sldId="263"/>
            <ac:spMk id="3" creationId="{D88A8819-2789-80DE-99A0-8169E414CD8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dirty="0"/>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11EAACC7-3B3F-47D1-959A-EF58926E955E}" type="datetimeFigureOut">
              <a:rPr lang="en-US" smtClean="0"/>
              <a:t>4/28/2026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285237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11EAACC7-3B3F-47D1-959A-EF58926E955E}" type="datetimeFigureOut">
              <a:rPr lang="en-US" smtClean="0"/>
              <a:t>4/28/2026</a:t>
            </a:fld>
            <a:endParaRPr lang="en-US"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665273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11EAACC7-3B3F-47D1-959A-EF58926E955E}" type="datetimeFigureOut">
              <a:rPr lang="en-US" smtClean="0"/>
              <a:t>4/28/2026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829655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11EAACC7-3B3F-47D1-959A-EF58926E955E}" type="datetimeFigureOut">
              <a:rPr lang="en-US" smtClean="0"/>
              <a:t>4/28/2026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016294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11EAACC7-3B3F-47D1-959A-EF58926E955E}" type="datetimeFigureOut">
              <a:rPr lang="en-US" smtClean="0"/>
              <a:t>4/28/2026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482087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11EAACC7-3B3F-47D1-959A-EF58926E955E}" type="datetimeFigureOut">
              <a:rPr lang="en-US" smtClean="0"/>
              <a:t>4/28/2026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045679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11EAACC7-3B3F-47D1-959A-EF58926E955E}" type="datetimeFigureOut">
              <a:rPr lang="en-US" smtClean="0"/>
              <a:t>4/28/2026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759199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11EAACC7-3B3F-47D1-959A-EF58926E955E}" type="datetimeFigureOut">
              <a:rPr lang="en-US" smtClean="0"/>
              <a:t>4/28/2026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336176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11EAACC7-3B3F-47D1-959A-EF58926E955E}" type="datetimeFigureOut">
              <a:rPr lang="en-US" smtClean="0"/>
              <a:t>4/28/2026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869293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11EAACC7-3B3F-47D1-959A-EF58926E955E}" type="datetimeFigureOut">
              <a:rPr lang="en-US" smtClean="0"/>
              <a:t>4/28/2026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470163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11EAACC7-3B3F-47D1-959A-EF58926E955E}" type="datetimeFigureOut">
              <a:rPr lang="en-US" smtClean="0"/>
              <a:t>4/28/2026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091672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11EAACC7-3B3F-47D1-959A-EF58926E955E}" type="datetimeFigureOut">
              <a:rPr lang="en-US" smtClean="0"/>
              <a:t>4/28/2026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dirty="0"/>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312CC964-A50B-4C29-B4E4-2C30BB34CCF3}" type="slidenum">
              <a:rPr lang="en-US" smtClean="0"/>
              <a:t>‹#›</a:t>
            </a:fld>
            <a:endParaRPr lang="en-US"/>
          </a:p>
        </p:txBody>
      </p:sp>
    </p:spTree>
    <p:extLst>
      <p:ext uri="{BB962C8B-B14F-4D97-AF65-F5344CB8AC3E}">
        <p14:creationId xmlns:p14="http://schemas.microsoft.com/office/powerpoint/2010/main" val="4176961829"/>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40" r:id="rId4"/>
    <p:sldLayoutId id="2147483741" r:id="rId5"/>
    <p:sldLayoutId id="2147483746" r:id="rId6"/>
    <p:sldLayoutId id="2147483742" r:id="rId7"/>
    <p:sldLayoutId id="2147483743" r:id="rId8"/>
    <p:sldLayoutId id="2147483744" r:id="rId9"/>
    <p:sldLayoutId id="2147483745" r:id="rId10"/>
    <p:sldLayoutId id="2147483747" r:id="rId11"/>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82950D9A-4705-4314-961A-4F88B2CE41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13969F2-ED52-4E5C-B3FC-01E01B8B9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D23238-8579-C4E8-E137-2250DF6BC427}"/>
              </a:ext>
            </a:extLst>
          </p:cNvPr>
          <p:cNvSpPr>
            <a:spLocks noGrp="1"/>
          </p:cNvSpPr>
          <p:nvPr>
            <p:ph type="ctrTitle"/>
          </p:nvPr>
        </p:nvSpPr>
        <p:spPr>
          <a:xfrm>
            <a:off x="871870" y="749595"/>
            <a:ext cx="5645888" cy="3902149"/>
          </a:xfrm>
        </p:spPr>
        <p:txBody>
          <a:bodyPr anchor="t">
            <a:normAutofit/>
          </a:bodyPr>
          <a:lstStyle/>
          <a:p>
            <a:pPr algn="l"/>
            <a:r>
              <a:rPr lang="en-US"/>
              <a:t>Sans fight</a:t>
            </a:r>
          </a:p>
        </p:txBody>
      </p:sp>
      <p:sp>
        <p:nvSpPr>
          <p:cNvPr id="3" name="Subtitle 2">
            <a:extLst>
              <a:ext uri="{FF2B5EF4-FFF2-40B4-BE49-F238E27FC236}">
                <a16:creationId xmlns:a16="http://schemas.microsoft.com/office/drawing/2014/main" id="{E4BA88DF-7DC9-B718-0532-2975EFE86F1E}"/>
              </a:ext>
            </a:extLst>
          </p:cNvPr>
          <p:cNvSpPr>
            <a:spLocks noGrp="1"/>
          </p:cNvSpPr>
          <p:nvPr>
            <p:ph type="subTitle" idx="1"/>
          </p:nvPr>
        </p:nvSpPr>
        <p:spPr>
          <a:xfrm>
            <a:off x="871870" y="4651745"/>
            <a:ext cx="4890977" cy="999460"/>
          </a:xfrm>
        </p:spPr>
        <p:txBody>
          <a:bodyPr anchor="b">
            <a:normAutofit/>
          </a:bodyPr>
          <a:lstStyle/>
          <a:p>
            <a:pPr algn="l"/>
            <a:r>
              <a:rPr lang="en-US" dirty="0"/>
              <a:t>CSCI-1260-002</a:t>
            </a:r>
          </a:p>
          <a:p>
            <a:pPr algn="l"/>
            <a:r>
              <a:rPr lang="en-US" dirty="0"/>
              <a:t>Samuel Shelton</a:t>
            </a:r>
          </a:p>
        </p:txBody>
      </p:sp>
      <p:pic>
        <p:nvPicPr>
          <p:cNvPr id="32" name="Picture 31" descr="A blue background with many squares&#10;&#10;AI-generated content may be incorrect.">
            <a:extLst>
              <a:ext uri="{FF2B5EF4-FFF2-40B4-BE49-F238E27FC236}">
                <a16:creationId xmlns:a16="http://schemas.microsoft.com/office/drawing/2014/main" id="{648A613D-3A12-EDE0-CD2C-7D07FF616C7C}"/>
              </a:ext>
            </a:extLst>
          </p:cNvPr>
          <p:cNvPicPr>
            <a:picLocks noChangeAspect="1"/>
          </p:cNvPicPr>
          <p:nvPr/>
        </p:nvPicPr>
        <p:blipFill>
          <a:blip r:embed="rId2"/>
          <a:srcRect l="7610" r="40741" b="1"/>
          <a:stretch>
            <a:fillRect/>
          </a:stretch>
        </p:blipFill>
        <p:spPr>
          <a:xfrm>
            <a:off x="5879804" y="-6350"/>
            <a:ext cx="6312196" cy="6874330"/>
          </a:xfrm>
          <a:custGeom>
            <a:avLst/>
            <a:gdLst/>
            <a:ahLst/>
            <a:cxnLst/>
            <a:rect l="l" t="t" r="r" b="b"/>
            <a:pathLst>
              <a:path w="6312196" h="6874330">
                <a:moveTo>
                  <a:pt x="2047193" y="0"/>
                </a:moveTo>
                <a:lnTo>
                  <a:pt x="6312196" y="0"/>
                </a:lnTo>
                <a:lnTo>
                  <a:pt x="6312196" y="6874330"/>
                </a:lnTo>
                <a:lnTo>
                  <a:pt x="0" y="6874330"/>
                </a:lnTo>
                <a:close/>
              </a:path>
            </a:pathLst>
          </a:custGeom>
        </p:spPr>
      </p:pic>
      <p:cxnSp>
        <p:nvCxnSpPr>
          <p:cNvPr id="33" name="Straight Connector 32">
            <a:extLst>
              <a:ext uri="{FF2B5EF4-FFF2-40B4-BE49-F238E27FC236}">
                <a16:creationId xmlns:a16="http://schemas.microsoft.com/office/drawing/2014/main" id="{13AC671C-E66F-43C5-A66A-C477339DD2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34715" y="0"/>
            <a:ext cx="914401" cy="685734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9541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A9AD1-3F96-0090-E339-315F2F651250}"/>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258A6709-2526-B365-5796-14F3AA4CFB8D}"/>
              </a:ext>
            </a:extLst>
          </p:cNvPr>
          <p:cNvSpPr>
            <a:spLocks noGrp="1"/>
          </p:cNvSpPr>
          <p:nvPr>
            <p:ph idx="1"/>
          </p:nvPr>
        </p:nvSpPr>
        <p:spPr/>
        <p:txBody>
          <a:bodyPr/>
          <a:lstStyle/>
          <a:p>
            <a:r>
              <a:rPr lang="en-US" dirty="0"/>
              <a:t>I made a Sans fight from Undertale</a:t>
            </a:r>
          </a:p>
          <a:p>
            <a:r>
              <a:rPr lang="en-US" dirty="0"/>
              <a:t>Difficultly going through this project</a:t>
            </a:r>
          </a:p>
          <a:p>
            <a:r>
              <a:rPr lang="en-US" dirty="0"/>
              <a:t>Demo </a:t>
            </a:r>
          </a:p>
        </p:txBody>
      </p:sp>
    </p:spTree>
    <p:extLst>
      <p:ext uri="{BB962C8B-B14F-4D97-AF65-F5344CB8AC3E}">
        <p14:creationId xmlns:p14="http://schemas.microsoft.com/office/powerpoint/2010/main" val="598809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8E06E-B384-BBA2-7D7A-A8387FB08EA9}"/>
              </a:ext>
            </a:extLst>
          </p:cNvPr>
          <p:cNvSpPr>
            <a:spLocks noGrp="1"/>
          </p:cNvSpPr>
          <p:nvPr>
            <p:ph type="title"/>
          </p:nvPr>
        </p:nvSpPr>
        <p:spPr/>
        <p:txBody>
          <a:bodyPr/>
          <a:lstStyle/>
          <a:p>
            <a:r>
              <a:rPr lang="en-US" dirty="0"/>
              <a:t>My thoughts</a:t>
            </a:r>
          </a:p>
        </p:txBody>
      </p:sp>
      <p:sp>
        <p:nvSpPr>
          <p:cNvPr id="3" name="Content Placeholder 2">
            <a:extLst>
              <a:ext uri="{FF2B5EF4-FFF2-40B4-BE49-F238E27FC236}">
                <a16:creationId xmlns:a16="http://schemas.microsoft.com/office/drawing/2014/main" id="{CC31D17F-FB23-AEDB-4487-4CF501229F5E}"/>
              </a:ext>
            </a:extLst>
          </p:cNvPr>
          <p:cNvSpPr>
            <a:spLocks noGrp="1"/>
          </p:cNvSpPr>
          <p:nvPr>
            <p:ph idx="1"/>
          </p:nvPr>
        </p:nvSpPr>
        <p:spPr>
          <a:xfrm>
            <a:off x="5183188" y="987425"/>
            <a:ext cx="6172200" cy="1710805"/>
          </a:xfrm>
        </p:spPr>
        <p:txBody>
          <a:bodyPr/>
          <a:lstStyle/>
          <a:p>
            <a:r>
              <a:rPr lang="en-US" dirty="0"/>
              <a:t>When I first did the adventure game project last semester, I knew that this is what I wanted to do for the final</a:t>
            </a:r>
          </a:p>
        </p:txBody>
      </p:sp>
      <p:sp>
        <p:nvSpPr>
          <p:cNvPr id="6" name="Text Placeholder 5">
            <a:extLst>
              <a:ext uri="{FF2B5EF4-FFF2-40B4-BE49-F238E27FC236}">
                <a16:creationId xmlns:a16="http://schemas.microsoft.com/office/drawing/2014/main" id="{85A26FEC-BDBD-6B49-F868-8EB9CD15BF96}"/>
              </a:ext>
            </a:extLst>
          </p:cNvPr>
          <p:cNvSpPr>
            <a:spLocks noGrp="1"/>
          </p:cNvSpPr>
          <p:nvPr>
            <p:ph type="body" sz="half" idx="2"/>
          </p:nvPr>
        </p:nvSpPr>
        <p:spPr/>
        <p:txBody>
          <a:bodyPr/>
          <a:lstStyle/>
          <a:p>
            <a:r>
              <a:rPr lang="en-US" dirty="0"/>
              <a:t> </a:t>
            </a:r>
          </a:p>
        </p:txBody>
      </p:sp>
      <p:pic>
        <p:nvPicPr>
          <p:cNvPr id="8" name="Picture 7" descr="A computer screen shot of a computer code">
            <a:extLst>
              <a:ext uri="{FF2B5EF4-FFF2-40B4-BE49-F238E27FC236}">
                <a16:creationId xmlns:a16="http://schemas.microsoft.com/office/drawing/2014/main" id="{3A1FD147-27C4-AC91-5C74-7943C321C0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80678"/>
            <a:ext cx="10328223" cy="4277322"/>
          </a:xfrm>
          <a:prstGeom prst="rect">
            <a:avLst/>
          </a:prstGeom>
        </p:spPr>
      </p:pic>
    </p:spTree>
    <p:extLst>
      <p:ext uri="{BB962C8B-B14F-4D97-AF65-F5344CB8AC3E}">
        <p14:creationId xmlns:p14="http://schemas.microsoft.com/office/powerpoint/2010/main" val="2192484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F6C59-F07B-BD80-8A8F-AFBEBDE0CCB8}"/>
              </a:ext>
            </a:extLst>
          </p:cNvPr>
          <p:cNvSpPr>
            <a:spLocks noGrp="1"/>
          </p:cNvSpPr>
          <p:nvPr>
            <p:ph type="title"/>
          </p:nvPr>
        </p:nvSpPr>
        <p:spPr/>
        <p:txBody>
          <a:bodyPr/>
          <a:lstStyle/>
          <a:p>
            <a:r>
              <a:rPr lang="en-US" dirty="0"/>
              <a:t>My thoughts pt.2</a:t>
            </a:r>
          </a:p>
        </p:txBody>
      </p:sp>
      <p:sp>
        <p:nvSpPr>
          <p:cNvPr id="3" name="Content Placeholder 2">
            <a:extLst>
              <a:ext uri="{FF2B5EF4-FFF2-40B4-BE49-F238E27FC236}">
                <a16:creationId xmlns:a16="http://schemas.microsoft.com/office/drawing/2014/main" id="{D5615007-5892-0AE7-C970-31D99BD09F51}"/>
              </a:ext>
            </a:extLst>
          </p:cNvPr>
          <p:cNvSpPr>
            <a:spLocks noGrp="1"/>
          </p:cNvSpPr>
          <p:nvPr>
            <p:ph idx="1"/>
          </p:nvPr>
        </p:nvSpPr>
        <p:spPr>
          <a:xfrm>
            <a:off x="5180012" y="457200"/>
            <a:ext cx="6172200" cy="4873625"/>
          </a:xfrm>
        </p:spPr>
        <p:txBody>
          <a:bodyPr/>
          <a:lstStyle/>
          <a:p>
            <a:r>
              <a:rPr lang="en-US" dirty="0"/>
              <a:t>It was fun to work on this too. Had to do some googling for some referencing on dialogue lines and some overall structuring from what the game actually uses</a:t>
            </a:r>
          </a:p>
        </p:txBody>
      </p:sp>
      <p:sp>
        <p:nvSpPr>
          <p:cNvPr id="4" name="Text Placeholder 3">
            <a:extLst>
              <a:ext uri="{FF2B5EF4-FFF2-40B4-BE49-F238E27FC236}">
                <a16:creationId xmlns:a16="http://schemas.microsoft.com/office/drawing/2014/main" id="{133D0621-7B93-455B-CFE4-57C85366C977}"/>
              </a:ext>
            </a:extLst>
          </p:cNvPr>
          <p:cNvSpPr>
            <a:spLocks noGrp="1"/>
          </p:cNvSpPr>
          <p:nvPr>
            <p:ph type="body" sz="half" idx="2"/>
          </p:nvPr>
        </p:nvSpPr>
        <p:spPr/>
        <p:txBody>
          <a:bodyPr/>
          <a:lstStyle/>
          <a:p>
            <a:r>
              <a:rPr lang="en-US" dirty="0"/>
              <a:t> </a:t>
            </a:r>
          </a:p>
        </p:txBody>
      </p:sp>
      <p:pic>
        <p:nvPicPr>
          <p:cNvPr id="6" name="Picture 5" descr="A screenshot of a computer">
            <a:extLst>
              <a:ext uri="{FF2B5EF4-FFF2-40B4-BE49-F238E27FC236}">
                <a16:creationId xmlns:a16="http://schemas.microsoft.com/office/drawing/2014/main" id="{A747A542-8092-5AC6-1F93-D1C87CD83A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57219"/>
            <a:ext cx="9385760" cy="4000781"/>
          </a:xfrm>
          <a:prstGeom prst="rect">
            <a:avLst/>
          </a:prstGeom>
        </p:spPr>
      </p:pic>
    </p:spTree>
    <p:extLst>
      <p:ext uri="{BB962C8B-B14F-4D97-AF65-F5344CB8AC3E}">
        <p14:creationId xmlns:p14="http://schemas.microsoft.com/office/powerpoint/2010/main" val="3392690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5F0A9D0-BB35-4CAB-B92D-E061B9D8E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52F5DE35-776B-4C7D-AF2E-514E68BDD2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0"/>
            <a:ext cx="698360" cy="57024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65E4E8-1272-4386-BDFE-0129D7A7E2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642143" y="0"/>
            <a:ext cx="2549857" cy="207446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6515F51-DBC6-42B8-9C34-749F69BB65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97737" y="0"/>
            <a:ext cx="1294263" cy="599136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A58888E-C6A8-37E3-EDA9-8C9B823712D2}"/>
              </a:ext>
            </a:extLst>
          </p:cNvPr>
          <p:cNvSpPr>
            <a:spLocks noGrp="1"/>
          </p:cNvSpPr>
          <p:nvPr>
            <p:ph type="title"/>
          </p:nvPr>
        </p:nvSpPr>
        <p:spPr>
          <a:xfrm>
            <a:off x="1129553" y="638174"/>
            <a:ext cx="10529048" cy="1476375"/>
          </a:xfrm>
        </p:spPr>
        <p:txBody>
          <a:bodyPr>
            <a:normAutofit/>
          </a:bodyPr>
          <a:lstStyle/>
          <a:p>
            <a:r>
              <a:rPr lang="en-US" dirty="0"/>
              <a:t>What was used </a:t>
            </a:r>
          </a:p>
        </p:txBody>
      </p:sp>
      <p:cxnSp>
        <p:nvCxnSpPr>
          <p:cNvPr id="18" name="Straight Connector 17">
            <a:extLst>
              <a:ext uri="{FF2B5EF4-FFF2-40B4-BE49-F238E27FC236}">
                <a16:creationId xmlns:a16="http://schemas.microsoft.com/office/drawing/2014/main" id="{873F5967-4993-405D-A3E6-84DCEFF44C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2403086" cy="103723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0593B16-8254-ECD3-B424-E482A6B10EEB}"/>
              </a:ext>
            </a:extLst>
          </p:cNvPr>
          <p:cNvSpPr>
            <a:spLocks noGrp="1"/>
          </p:cNvSpPr>
          <p:nvPr>
            <p:ph idx="1"/>
          </p:nvPr>
        </p:nvSpPr>
        <p:spPr>
          <a:xfrm>
            <a:off x="1129553" y="2114549"/>
            <a:ext cx="4632341" cy="4190331"/>
          </a:xfrm>
        </p:spPr>
        <p:txBody>
          <a:bodyPr>
            <a:normAutofit/>
          </a:bodyPr>
          <a:lstStyle/>
          <a:p>
            <a:r>
              <a:rPr lang="en-US" dirty="0"/>
              <a:t>I used Blazor mainly because that has been what we used all semester, and I feel that I have better understanding and working knowledge of it than in 1250. </a:t>
            </a:r>
          </a:p>
          <a:p>
            <a:r>
              <a:rPr lang="en-US" dirty="0"/>
              <a:t>Little bit of google (for dialogue lines during the fight)</a:t>
            </a:r>
          </a:p>
        </p:txBody>
      </p:sp>
      <p:cxnSp>
        <p:nvCxnSpPr>
          <p:cNvPr id="20" name="Straight Connector 19">
            <a:extLst>
              <a:ext uri="{FF2B5EF4-FFF2-40B4-BE49-F238E27FC236}">
                <a16:creationId xmlns:a16="http://schemas.microsoft.com/office/drawing/2014/main" id="{A3A523CC-BD6C-4A0D-B9DB-1DC2CE1E22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807758" y="5501473"/>
            <a:ext cx="5455709" cy="135652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computer screen shot of a program code&#10;&#10;AI-generated content may be incorrect.">
            <a:extLst>
              <a:ext uri="{FF2B5EF4-FFF2-40B4-BE49-F238E27FC236}">
                <a16:creationId xmlns:a16="http://schemas.microsoft.com/office/drawing/2014/main" id="{C23AF46D-04BC-9EEE-6942-8E1C55ACED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8437" y="2261112"/>
            <a:ext cx="5110163" cy="3916926"/>
          </a:xfrm>
          <a:prstGeom prst="rect">
            <a:avLst/>
          </a:prstGeom>
        </p:spPr>
      </p:pic>
    </p:spTree>
    <p:extLst>
      <p:ext uri="{BB962C8B-B14F-4D97-AF65-F5344CB8AC3E}">
        <p14:creationId xmlns:p14="http://schemas.microsoft.com/office/powerpoint/2010/main" val="1614669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65E8-A29D-B1FA-4EDF-D914CEB852A9}"/>
              </a:ext>
            </a:extLst>
          </p:cNvPr>
          <p:cNvSpPr>
            <a:spLocks noGrp="1"/>
          </p:cNvSpPr>
          <p:nvPr>
            <p:ph type="title"/>
          </p:nvPr>
        </p:nvSpPr>
        <p:spPr/>
        <p:txBody>
          <a:bodyPr/>
          <a:lstStyle/>
          <a:p>
            <a:r>
              <a:rPr lang="en-US" dirty="0"/>
              <a:t>Difficulties</a:t>
            </a:r>
          </a:p>
        </p:txBody>
      </p:sp>
      <p:pic>
        <p:nvPicPr>
          <p:cNvPr id="6" name="Content Placeholder 5" descr="A computer screen shot of a program code">
            <a:extLst>
              <a:ext uri="{FF2B5EF4-FFF2-40B4-BE49-F238E27FC236}">
                <a16:creationId xmlns:a16="http://schemas.microsoft.com/office/drawing/2014/main" id="{2E7A6825-0569-D604-C62D-5FCC97EBF4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29620" y="1573347"/>
            <a:ext cx="7162380" cy="4295641"/>
          </a:xfrm>
        </p:spPr>
      </p:pic>
      <p:sp>
        <p:nvSpPr>
          <p:cNvPr id="4" name="Text Placeholder 3">
            <a:extLst>
              <a:ext uri="{FF2B5EF4-FFF2-40B4-BE49-F238E27FC236}">
                <a16:creationId xmlns:a16="http://schemas.microsoft.com/office/drawing/2014/main" id="{B589DD3C-6A60-19B9-E0F4-4A939BA161EA}"/>
              </a:ext>
            </a:extLst>
          </p:cNvPr>
          <p:cNvSpPr>
            <a:spLocks noGrp="1"/>
          </p:cNvSpPr>
          <p:nvPr>
            <p:ph type="body" sz="half" idx="2"/>
          </p:nvPr>
        </p:nvSpPr>
        <p:spPr/>
        <p:txBody>
          <a:bodyPr/>
          <a:lstStyle/>
          <a:p>
            <a:r>
              <a:rPr lang="en-US" dirty="0"/>
              <a:t>A lot of problems arose from this -------------------</a:t>
            </a:r>
            <a:r>
              <a:rPr lang="en-US" dirty="0">
                <a:sym typeface="Wingdings" panose="05000000000000000000" pitchFamily="2" charset="2"/>
              </a:rPr>
              <a:t></a:t>
            </a:r>
          </a:p>
          <a:p>
            <a:r>
              <a:rPr lang="en-US" dirty="0">
                <a:sym typeface="Wingdings" panose="05000000000000000000" pitchFamily="2" charset="2"/>
              </a:rPr>
              <a:t>One of the biggest issues was how to incorporate the karma effect as this was something I also tried in the adventure game project </a:t>
            </a:r>
          </a:p>
          <a:p>
            <a:r>
              <a:rPr lang="en-US" dirty="0">
                <a:sym typeface="Wingdings" panose="05000000000000000000" pitchFamily="2" charset="2"/>
              </a:rPr>
              <a:t>Motivation was another thing that was difficult to maintain </a:t>
            </a:r>
          </a:p>
          <a:p>
            <a:r>
              <a:rPr lang="en-US" dirty="0">
                <a:sym typeface="Wingdings" panose="05000000000000000000" pitchFamily="2" charset="2"/>
              </a:rPr>
              <a:t>Overall, just making a boss fight felt daunting yet it was fun to make my rendition on an already uber-popular character</a:t>
            </a:r>
          </a:p>
        </p:txBody>
      </p:sp>
    </p:spTree>
    <p:extLst>
      <p:ext uri="{BB962C8B-B14F-4D97-AF65-F5344CB8AC3E}">
        <p14:creationId xmlns:p14="http://schemas.microsoft.com/office/powerpoint/2010/main" val="4109558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7" name="Rectangle 26">
            <a:extLst>
              <a:ext uri="{FF2B5EF4-FFF2-40B4-BE49-F238E27FC236}">
                <a16:creationId xmlns:a16="http://schemas.microsoft.com/office/drawing/2014/main" id="{18576E04-BA34-4597-8F97-B162CC6EB5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D6551E-54B2-2B1A-3653-FBAA7C39990B}"/>
              </a:ext>
            </a:extLst>
          </p:cNvPr>
          <p:cNvSpPr>
            <a:spLocks noGrp="1"/>
          </p:cNvSpPr>
          <p:nvPr>
            <p:ph type="title"/>
          </p:nvPr>
        </p:nvSpPr>
        <p:spPr>
          <a:xfrm>
            <a:off x="1143000" y="533400"/>
            <a:ext cx="7183093" cy="1700213"/>
          </a:xfrm>
        </p:spPr>
        <p:txBody>
          <a:bodyPr vert="horz" lIns="91440" tIns="45720" rIns="91440" bIns="45720" rtlCol="0" anchor="ctr">
            <a:normAutofit/>
          </a:bodyPr>
          <a:lstStyle/>
          <a:p>
            <a:r>
              <a:rPr lang="en-US" sz="4400"/>
              <a:t>Some details</a:t>
            </a:r>
          </a:p>
        </p:txBody>
      </p:sp>
      <p:cxnSp>
        <p:nvCxnSpPr>
          <p:cNvPr id="29" name="Straight Connector 28">
            <a:extLst>
              <a:ext uri="{FF2B5EF4-FFF2-40B4-BE49-F238E27FC236}">
                <a16:creationId xmlns:a16="http://schemas.microsoft.com/office/drawing/2014/main" id="{A02EC712-0AB7-4B03-9231-5A495F816C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2675313" y="5104016"/>
            <a:ext cx="9516687" cy="179208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F6AB452B-5873-02E3-ADE9-D10DA2E6E261}"/>
              </a:ext>
            </a:extLst>
          </p:cNvPr>
          <p:cNvSpPr>
            <a:spLocks noGrp="1"/>
          </p:cNvSpPr>
          <p:nvPr>
            <p:ph type="body" sz="half" idx="2"/>
          </p:nvPr>
        </p:nvSpPr>
        <p:spPr>
          <a:xfrm>
            <a:off x="1143002" y="2466784"/>
            <a:ext cx="7183092" cy="3838097"/>
          </a:xfrm>
        </p:spPr>
        <p:txBody>
          <a:bodyPr vert="horz" lIns="91440" tIns="45720" rIns="91440" bIns="45720" rtlCol="0">
            <a:normAutofit/>
          </a:bodyPr>
          <a:lstStyle/>
          <a:p>
            <a:pPr indent="-228600">
              <a:buFont typeface="Arial" panose="020B0604020202020204" pitchFamily="34" charset="0"/>
              <a:buChar char="•"/>
            </a:pPr>
            <a:r>
              <a:rPr lang="en-US" dirty="0"/>
              <a:t>I did not realize that there would be so many .cs and .razor classes for this project which made it somewhat confusing when going between classes (looking back it now it might be too ambitious)</a:t>
            </a:r>
          </a:p>
          <a:p>
            <a:pPr indent="-228600">
              <a:buFont typeface="Arial" panose="020B0604020202020204" pitchFamily="34" charset="0"/>
              <a:buChar char="•"/>
            </a:pPr>
            <a:r>
              <a:rPr lang="en-US" dirty="0"/>
              <a:t>However, it was very interesting to dive into the app.css to “create” the bones and blasters that Sans uses for his attacks as well as the dialogue box and the box that the player moves around in. I also debated changing the fabicon.png icon to a Sans face as an extra touch. </a:t>
            </a:r>
          </a:p>
          <a:p>
            <a:pPr indent="-228600">
              <a:buFont typeface="Arial" panose="020B0604020202020204" pitchFamily="34" charset="0"/>
              <a:buChar char="•"/>
            </a:pPr>
            <a:endParaRPr lang="en-US" dirty="0"/>
          </a:p>
          <a:p>
            <a:pPr indent="-228600">
              <a:buFont typeface="Arial" panose="020B0604020202020204" pitchFamily="34" charset="0"/>
              <a:buChar char="•"/>
            </a:pPr>
            <a:endParaRPr lang="en-US" dirty="0"/>
          </a:p>
          <a:p>
            <a:pPr indent="-228600">
              <a:buFont typeface="Arial" panose="020B0604020202020204" pitchFamily="34" charset="0"/>
              <a:buChar char="•"/>
            </a:pPr>
            <a:endParaRPr lang="en-US" dirty="0"/>
          </a:p>
          <a:p>
            <a:pPr indent="-228600">
              <a:buFont typeface="Arial" panose="020B0604020202020204" pitchFamily="34" charset="0"/>
              <a:buChar char="•"/>
            </a:pPr>
            <a:endParaRPr lang="en-US" dirty="0"/>
          </a:p>
        </p:txBody>
      </p:sp>
      <p:cxnSp>
        <p:nvCxnSpPr>
          <p:cNvPr id="31" name="Straight Connector 30">
            <a:extLst>
              <a:ext uri="{FF2B5EF4-FFF2-40B4-BE49-F238E27FC236}">
                <a16:creationId xmlns:a16="http://schemas.microsoft.com/office/drawing/2014/main" id="{2FE1A681-EC02-4412-A64B-CEC7D08451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703724" y="0"/>
            <a:ext cx="1662545"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A screen shot of a computer program&#10;&#10;AI-generated content may be incorrect.">
            <a:extLst>
              <a:ext uri="{FF2B5EF4-FFF2-40B4-BE49-F238E27FC236}">
                <a16:creationId xmlns:a16="http://schemas.microsoft.com/office/drawing/2014/main" id="{82BCB3B2-CB55-E38E-7C82-1271399BB9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539" y="681929"/>
            <a:ext cx="3386062" cy="3091256"/>
          </a:xfrm>
          <a:prstGeom prst="rect">
            <a:avLst/>
          </a:prstGeom>
        </p:spPr>
      </p:pic>
      <p:pic>
        <p:nvPicPr>
          <p:cNvPr id="6" name="Content Placeholder 5">
            <a:extLst>
              <a:ext uri="{FF2B5EF4-FFF2-40B4-BE49-F238E27FC236}">
                <a16:creationId xmlns:a16="http://schemas.microsoft.com/office/drawing/2014/main" id="{737966F8-0017-D572-AEAF-387D8AEC3D1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0511" y="4321083"/>
            <a:ext cx="11528090" cy="1268088"/>
          </a:xfrm>
          <a:prstGeom prst="rect">
            <a:avLst/>
          </a:prstGeom>
        </p:spPr>
      </p:pic>
    </p:spTree>
    <p:extLst>
      <p:ext uri="{BB962C8B-B14F-4D97-AF65-F5344CB8AC3E}">
        <p14:creationId xmlns:p14="http://schemas.microsoft.com/office/powerpoint/2010/main" val="2615514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4BA65-1B0D-A535-153C-DA5CCECEF8AC}"/>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D88A8819-2789-80DE-99A0-8169E414CD8C}"/>
              </a:ext>
            </a:extLst>
          </p:cNvPr>
          <p:cNvSpPr>
            <a:spLocks noGrp="1"/>
          </p:cNvSpPr>
          <p:nvPr>
            <p:ph idx="1"/>
          </p:nvPr>
        </p:nvSpPr>
        <p:spPr/>
        <p:txBody>
          <a:bodyPr/>
          <a:lstStyle/>
          <a:p>
            <a:r>
              <a:rPr lang="en-US" dirty="0"/>
              <a:t>Overall, it was very fun to create something that I have a lot of interest in. I also felt that this was a big growth opportunity and that the whole six month ago thing is true. </a:t>
            </a:r>
          </a:p>
          <a:p>
            <a:r>
              <a:rPr lang="en-US" dirty="0"/>
              <a:t>I definitely feel that the project could be simplified because I did write some of the same lines of code more than twice and I also feel that the number of classes could be condensed </a:t>
            </a:r>
          </a:p>
          <a:p>
            <a:r>
              <a:rPr lang="en-US" dirty="0"/>
              <a:t>I understand now how indie game </a:t>
            </a:r>
            <a:r>
              <a:rPr lang="en-US" dirty="0" err="1"/>
              <a:t>devs</a:t>
            </a:r>
            <a:r>
              <a:rPr lang="en-US" dirty="0"/>
              <a:t> create their projects and I appreciate their efforts to create games like these </a:t>
            </a:r>
          </a:p>
        </p:txBody>
      </p:sp>
    </p:spTree>
    <p:extLst>
      <p:ext uri="{BB962C8B-B14F-4D97-AF65-F5344CB8AC3E}">
        <p14:creationId xmlns:p14="http://schemas.microsoft.com/office/powerpoint/2010/main" val="3321300945"/>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docProps/app.xml><?xml version="1.0" encoding="utf-8"?>
<Properties xmlns="http://schemas.openxmlformats.org/officeDocument/2006/extended-properties" xmlns:vt="http://schemas.openxmlformats.org/officeDocument/2006/docPropsVTypes">
  <TotalTime>199</TotalTime>
  <Words>390</Words>
  <Application>Microsoft Office PowerPoint</Application>
  <PresentationFormat>Widescreen</PresentationFormat>
  <Paragraphs>30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Univers Condensed Light</vt:lpstr>
      <vt:lpstr>Walbaum Display Light</vt:lpstr>
      <vt:lpstr>Wingdings</vt:lpstr>
      <vt:lpstr>AngleLinesVTI</vt:lpstr>
      <vt:lpstr>Sans fight</vt:lpstr>
      <vt:lpstr>Overview</vt:lpstr>
      <vt:lpstr>My thoughts</vt:lpstr>
      <vt:lpstr>My thoughts pt.2</vt:lpstr>
      <vt:lpstr>What was used </vt:lpstr>
      <vt:lpstr>Difficulties</vt:lpstr>
      <vt:lpstr>Some details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Shelton</dc:creator>
  <cp:lastModifiedBy>Samuel Shelton</cp:lastModifiedBy>
  <cp:revision>1</cp:revision>
  <dcterms:created xsi:type="dcterms:W3CDTF">2025-11-29T18:39:38Z</dcterms:created>
  <dcterms:modified xsi:type="dcterms:W3CDTF">2026-04-28T15:01:47Z</dcterms:modified>
</cp:coreProperties>
</file>